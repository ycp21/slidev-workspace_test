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8"/>
  </p:normalViewPr>
  <p:slideViewPr>
    <p:cSldViewPr snapToGrid="0" showGuides="1">
      <p:cViewPr>
        <p:scale>
          <a:sx n="79" d="100"/>
          <a:sy n="79" d="100"/>
        </p:scale>
        <p:origin x="488" y="8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0D9F-E93C-5FB6-5963-7D4857A23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5A642-7BBA-16DC-F160-808749C8B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76826-1A30-FB9E-A561-B731ACE1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DA3B6-1055-667D-FC72-524DA9A5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4A9B3-60CD-434C-2E93-264D9DAE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0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802D-123B-D3CB-92EB-2EA6F4E1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53C6-F2EC-138E-07BA-0CA3F5A7A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E71E5-E653-96AC-366F-5690448E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9091-63F2-9B33-AD2D-7700B4FA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BAA9-FDBD-758F-3D77-7E333CDB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86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2F16-03D7-D218-8651-33E97DB1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C9EC7-4F55-1933-0CD7-FADEAF67C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6CA8F-7E76-FB54-DC6F-1EACBA58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7C1E-27A1-52D0-8608-BA4CA218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3468E-CA3C-4833-7EC3-3F0212A3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4C40-CD20-1E77-0694-212AC76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5CFE4-7551-2040-97D3-86EF4E6DD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83CDB-04CA-F4D4-C1E7-FD7D4C1F7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B0A3D-9C62-82AB-7A30-94665321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4B650-1598-885E-00B5-3CC1D365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D64F1-BC96-0C3E-C2AF-4BD781FD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13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9EF1-991F-8D75-C390-5E746819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6CF9F-5BCD-2E13-D8E9-250A8AB7C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4C84F-FD39-A0C1-0AE1-AF62522E1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E4817-2685-1DE0-8406-575545E8F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2E403-767C-C22D-6D93-E88AB1CA3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25B5B-D4C8-75C9-B0B5-6E112476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D4448-2F77-7936-6F8A-ECA92F8D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4EE8B-0F05-B982-827D-AC5CBB8AE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999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FE8E-F59F-C308-B631-B3A7AD7E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79674-97F7-E356-472D-DEB125AB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D920E-46C8-F08A-9EA8-E80E66C8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76DE-848A-8235-7C81-AA60199A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926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ED7AD-1B77-5BBF-409C-924B8DDC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23918-AB18-62ED-754A-9DD5CCA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9CB3F-729D-28CB-F46F-43A41C5C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21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AAFB-DE5B-97B2-9B4E-F9FDCDD4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1A72-B4B3-F1DE-063F-4567C6DB2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1CDBB-E425-CD82-D146-8A360D6DA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BE5F9-3E42-7DDE-D7A9-F56E55BA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FA313-F551-E0C4-0146-24183EBB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B5E5A-7A40-E904-9ECC-6930BE1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28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E011-4150-359A-41F8-C72D0B0F9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73F22-E99F-5378-1742-6D4959E2E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1B98E-80F1-CDA2-0F80-0F49CEF65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92C25-53C2-05F4-503E-D3280251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DDFC0-9E57-AF99-6427-13C191F9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BD5B4-2923-BFB5-8C6B-A8D2DF4A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72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ADEE-184D-113B-81B7-77CAE6AC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7271-A938-DBBE-A6DC-B69A87B90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7F9C-44D2-D770-1DF6-7A22046F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45A62-0EBC-8BF4-A010-1B0C3763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12FEC-53EA-50AD-51AB-AE113179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64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FEA4E6-D59D-0E8A-131C-12F2A8DA1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BE6EF-7144-33E6-86E6-57CE8DFEA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7CCE6-CD71-916D-7C86-00421919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F349A-8A43-4040-CBAF-60BC781A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AE07A-0122-C557-D4C2-08499DA7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1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E4183-2EEC-89B9-BB95-B777158C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7F73C-4EA6-86CE-6796-E5111C3B1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41766-447C-1CD4-F4CE-3666E6841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1698C-63AD-B04B-9A89-6E17421679C1}" type="datetimeFigureOut">
              <a:rPr lang="en-GB" smtClean="0"/>
              <a:t>18/03/2025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2B307-9BFC-9283-603A-9BCD9E59A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1F025-0681-5FEC-6098-79F479900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4F279-3218-EF44-A56F-74C4B287E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14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F91A6BAC-B4AB-2B5B-ED9B-39847AA40F5A}"/>
              </a:ext>
            </a:extLst>
          </p:cNvPr>
          <p:cNvGrpSpPr/>
          <p:nvPr/>
        </p:nvGrpSpPr>
        <p:grpSpPr>
          <a:xfrm>
            <a:off x="746553" y="2267471"/>
            <a:ext cx="2332417" cy="2322285"/>
            <a:chOff x="537029" y="2090057"/>
            <a:chExt cx="2332417" cy="232228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50BE81-F64A-7312-901C-0C6DEE9516B2}"/>
                </a:ext>
              </a:extLst>
            </p:cNvPr>
            <p:cNvSpPr/>
            <p:nvPr/>
          </p:nvSpPr>
          <p:spPr>
            <a:xfrm>
              <a:off x="537029" y="2090057"/>
              <a:ext cx="2322285" cy="232228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33A0F5D-74B5-1369-8863-3DC20B57AEF8}"/>
                </a:ext>
              </a:extLst>
            </p:cNvPr>
            <p:cNvSpPr/>
            <p:nvPr/>
          </p:nvSpPr>
          <p:spPr>
            <a:xfrm>
              <a:off x="1377341" y="2918792"/>
              <a:ext cx="641660" cy="6416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AEBA7EA0-068F-32E9-1A21-66BB43926326}"/>
                </a:ext>
              </a:extLst>
            </p:cNvPr>
            <p:cNvSpPr/>
            <p:nvPr/>
          </p:nvSpPr>
          <p:spPr>
            <a:xfrm rot="9309619">
              <a:off x="1357912" y="2572072"/>
              <a:ext cx="1511534" cy="1384413"/>
            </a:xfrm>
            <a:prstGeom prst="arc">
              <a:avLst>
                <a:gd name="adj1" fmla="val 12954594"/>
                <a:gd name="adj2" fmla="val 178029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16D45-C6A9-8985-119C-64EC0C0E23F9}"/>
              </a:ext>
            </a:extLst>
          </p:cNvPr>
          <p:cNvGrpSpPr/>
          <p:nvPr/>
        </p:nvGrpSpPr>
        <p:grpSpPr>
          <a:xfrm>
            <a:off x="3576000" y="2268000"/>
            <a:ext cx="2368832" cy="2322285"/>
            <a:chOff x="3465580" y="2092442"/>
            <a:chExt cx="2368832" cy="232228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2E0EC72-84B2-050B-75C7-5CA8DB8E534D}"/>
                </a:ext>
              </a:extLst>
            </p:cNvPr>
            <p:cNvGrpSpPr/>
            <p:nvPr/>
          </p:nvGrpSpPr>
          <p:grpSpPr>
            <a:xfrm>
              <a:off x="3465580" y="2092442"/>
              <a:ext cx="2322285" cy="2322285"/>
              <a:chOff x="3465580" y="2092442"/>
              <a:chExt cx="2322285" cy="2322285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2C9ADB9-C7B1-BE56-E7E2-A08E86DDF4E6}"/>
                  </a:ext>
                </a:extLst>
              </p:cNvPr>
              <p:cNvSpPr/>
              <p:nvPr/>
            </p:nvSpPr>
            <p:spPr>
              <a:xfrm>
                <a:off x="3465580" y="2092442"/>
                <a:ext cx="2322285" cy="232228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6DBFA9F-AA54-B5FA-4F39-7D2B54F342B6}"/>
                  </a:ext>
                </a:extLst>
              </p:cNvPr>
              <p:cNvSpPr/>
              <p:nvPr/>
            </p:nvSpPr>
            <p:spPr>
              <a:xfrm>
                <a:off x="4303545" y="2943449"/>
                <a:ext cx="641660" cy="64166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A2FAAC2-B610-291B-1EE6-66F28FCDEBC6}"/>
                </a:ext>
              </a:extLst>
            </p:cNvPr>
            <p:cNvSpPr/>
            <p:nvPr/>
          </p:nvSpPr>
          <p:spPr>
            <a:xfrm rot="9458855">
              <a:off x="4342267" y="2306334"/>
              <a:ext cx="1492145" cy="2108170"/>
            </a:xfrm>
            <a:prstGeom prst="arc">
              <a:avLst>
                <a:gd name="adj1" fmla="val 17748074"/>
                <a:gd name="adj2" fmla="val 178029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7E858E6-A21D-CE75-A515-0A9A57D30048}"/>
              </a:ext>
            </a:extLst>
          </p:cNvPr>
          <p:cNvGrpSpPr/>
          <p:nvPr/>
        </p:nvGrpSpPr>
        <p:grpSpPr>
          <a:xfrm>
            <a:off x="6333600" y="2268000"/>
            <a:ext cx="2322285" cy="2322285"/>
            <a:chOff x="6513424" y="2090055"/>
            <a:chExt cx="2322285" cy="232228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52F8113-FF7A-321F-CB22-12BDE728A8AF}"/>
                </a:ext>
              </a:extLst>
            </p:cNvPr>
            <p:cNvSpPr/>
            <p:nvPr/>
          </p:nvSpPr>
          <p:spPr>
            <a:xfrm>
              <a:off x="6513424" y="2090055"/>
              <a:ext cx="2322285" cy="232228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60F0D86-8314-3DD9-FBDB-B609E00ACC06}"/>
                </a:ext>
              </a:extLst>
            </p:cNvPr>
            <p:cNvSpPr/>
            <p:nvPr/>
          </p:nvSpPr>
          <p:spPr>
            <a:xfrm>
              <a:off x="7353736" y="2918792"/>
              <a:ext cx="641660" cy="64166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BDA44D-DC77-C48B-8942-F5909AA7149E}"/>
                </a:ext>
              </a:extLst>
            </p:cNvPr>
            <p:cNvSpPr/>
            <p:nvPr/>
          </p:nvSpPr>
          <p:spPr>
            <a:xfrm>
              <a:off x="7361974" y="2800864"/>
              <a:ext cx="884102" cy="84025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F6B60A4-3244-8CA5-FDCC-7FBAC13BD2D5}"/>
                </a:ext>
              </a:extLst>
            </p:cNvPr>
            <p:cNvSpPr/>
            <p:nvPr/>
          </p:nvSpPr>
          <p:spPr>
            <a:xfrm>
              <a:off x="7362672" y="2726724"/>
              <a:ext cx="1074124" cy="9720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125EEBA-937B-524C-1457-623B41CB7BE7}"/>
                </a:ext>
              </a:extLst>
            </p:cNvPr>
            <p:cNvSpPr/>
            <p:nvPr/>
          </p:nvSpPr>
          <p:spPr>
            <a:xfrm>
              <a:off x="7337259" y="2611395"/>
              <a:ext cx="1325503" cy="121919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0B3F1D65-1A52-938B-5E85-D52EA214D9D5}"/>
                </a:ext>
              </a:extLst>
            </p:cNvPr>
            <p:cNvSpPr/>
            <p:nvPr/>
          </p:nvSpPr>
          <p:spPr>
            <a:xfrm rot="9309619">
              <a:off x="7345361" y="2510812"/>
              <a:ext cx="1484503" cy="1480114"/>
            </a:xfrm>
            <a:prstGeom prst="arc">
              <a:avLst>
                <a:gd name="adj1" fmla="val 12954594"/>
                <a:gd name="adj2" fmla="val 1517245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595B733-C0A2-9CFD-EB67-9BABF88541F3}"/>
              </a:ext>
            </a:extLst>
          </p:cNvPr>
          <p:cNvSpPr/>
          <p:nvPr/>
        </p:nvSpPr>
        <p:spPr>
          <a:xfrm>
            <a:off x="9122436" y="2268000"/>
            <a:ext cx="2322285" cy="232228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F3124D-159B-4C18-B895-9B3C9053EB5F}"/>
              </a:ext>
            </a:extLst>
          </p:cNvPr>
          <p:cNvSpPr/>
          <p:nvPr/>
        </p:nvSpPr>
        <p:spPr>
          <a:xfrm>
            <a:off x="9962748" y="3080706"/>
            <a:ext cx="641660" cy="6416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3B1D8105-E51A-0338-9944-2A3D22BA1385}"/>
              </a:ext>
            </a:extLst>
          </p:cNvPr>
          <p:cNvSpPr/>
          <p:nvPr/>
        </p:nvSpPr>
        <p:spPr>
          <a:xfrm rot="10800000">
            <a:off x="9791252" y="2858937"/>
            <a:ext cx="1083600" cy="1080000"/>
          </a:xfrm>
          <a:prstGeom prst="arc">
            <a:avLst>
              <a:gd name="adj1" fmla="val 10783671"/>
              <a:gd name="adj2" fmla="val 16352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A7872C5A-ACE7-4B4F-C7DD-E66690B659FA}"/>
              </a:ext>
            </a:extLst>
          </p:cNvPr>
          <p:cNvSpPr/>
          <p:nvPr/>
        </p:nvSpPr>
        <p:spPr>
          <a:xfrm>
            <a:off x="9640593" y="2776220"/>
            <a:ext cx="1233953" cy="1271481"/>
          </a:xfrm>
          <a:prstGeom prst="arc">
            <a:avLst>
              <a:gd name="adj1" fmla="val 10724055"/>
              <a:gd name="adj2" fmla="val 16352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4E7108D-6673-92D1-AB6B-DECE3BE6F7AB}"/>
              </a:ext>
            </a:extLst>
          </p:cNvPr>
          <p:cNvSpPr/>
          <p:nvPr/>
        </p:nvSpPr>
        <p:spPr>
          <a:xfrm rot="10800000">
            <a:off x="9640651" y="2743269"/>
            <a:ext cx="1393200" cy="1364123"/>
          </a:xfrm>
          <a:prstGeom prst="arc">
            <a:avLst>
              <a:gd name="adj1" fmla="val 10783671"/>
              <a:gd name="adj2" fmla="val 16352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89EE296F-5F10-1496-1BE9-07295E73EFA2}"/>
              </a:ext>
            </a:extLst>
          </p:cNvPr>
          <p:cNvSpPr/>
          <p:nvPr/>
        </p:nvSpPr>
        <p:spPr>
          <a:xfrm>
            <a:off x="9457678" y="2596161"/>
            <a:ext cx="1576800" cy="1584000"/>
          </a:xfrm>
          <a:prstGeom prst="arc">
            <a:avLst>
              <a:gd name="adj1" fmla="val 10573221"/>
              <a:gd name="adj2" fmla="val 16352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B3A3003E-3C89-3507-F183-905E3FB27DA4}"/>
              </a:ext>
            </a:extLst>
          </p:cNvPr>
          <p:cNvSpPr/>
          <p:nvPr/>
        </p:nvSpPr>
        <p:spPr>
          <a:xfrm rot="10800000">
            <a:off x="9268092" y="2362222"/>
            <a:ext cx="2232206" cy="2083318"/>
          </a:xfrm>
          <a:prstGeom prst="arc">
            <a:avLst>
              <a:gd name="adj1" fmla="val 12922414"/>
              <a:gd name="adj2" fmla="val 2149668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988AFF38-9CDD-57CC-37E9-0E581D28559D}"/>
              </a:ext>
            </a:extLst>
          </p:cNvPr>
          <p:cNvSpPr/>
          <p:nvPr/>
        </p:nvSpPr>
        <p:spPr>
          <a:xfrm>
            <a:off x="9791856" y="2904667"/>
            <a:ext cx="946800" cy="936000"/>
          </a:xfrm>
          <a:prstGeom prst="arc">
            <a:avLst>
              <a:gd name="adj1" fmla="val 10783671"/>
              <a:gd name="adj2" fmla="val 8678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FCABCA6E-8D2A-1080-EA8C-E41585AFB024}"/>
              </a:ext>
            </a:extLst>
          </p:cNvPr>
          <p:cNvSpPr/>
          <p:nvPr/>
        </p:nvSpPr>
        <p:spPr>
          <a:xfrm rot="10800000">
            <a:off x="9962400" y="3016199"/>
            <a:ext cx="776256" cy="770400"/>
          </a:xfrm>
          <a:prstGeom prst="arc">
            <a:avLst>
              <a:gd name="adj1" fmla="val 10614301"/>
              <a:gd name="adj2" fmla="val 16352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E40C41AA-DC34-E21F-43B0-841AC99F7D3C}"/>
              </a:ext>
            </a:extLst>
          </p:cNvPr>
          <p:cNvSpPr/>
          <p:nvPr/>
        </p:nvSpPr>
        <p:spPr>
          <a:xfrm rot="10800000">
            <a:off x="9456489" y="2610144"/>
            <a:ext cx="1764000" cy="1655999"/>
          </a:xfrm>
          <a:prstGeom prst="arc">
            <a:avLst>
              <a:gd name="adj1" fmla="val 10783671"/>
              <a:gd name="adj2" fmla="val 2921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8C7530E9-28F5-527B-0FF3-162AD44F8C71}"/>
              </a:ext>
            </a:extLst>
          </p:cNvPr>
          <p:cNvSpPr/>
          <p:nvPr/>
        </p:nvSpPr>
        <p:spPr>
          <a:xfrm>
            <a:off x="9268092" y="2419886"/>
            <a:ext cx="1951200" cy="2025654"/>
          </a:xfrm>
          <a:prstGeom prst="arc">
            <a:avLst>
              <a:gd name="adj1" fmla="val 10783671"/>
              <a:gd name="adj2" fmla="val 6965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498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Perrott</dc:creator>
  <cp:lastModifiedBy>Yvette Perrott</cp:lastModifiedBy>
  <cp:revision>8</cp:revision>
  <dcterms:created xsi:type="dcterms:W3CDTF">2025-03-18T01:21:56Z</dcterms:created>
  <dcterms:modified xsi:type="dcterms:W3CDTF">2025-03-18T02:07:25Z</dcterms:modified>
</cp:coreProperties>
</file>