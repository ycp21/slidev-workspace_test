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3"/>
  </p:normalViewPr>
  <p:slideViewPr>
    <p:cSldViewPr snapToGrid="0" showGuides="1">
      <p:cViewPr varScale="1">
        <p:scale>
          <a:sx n="88" d="100"/>
          <a:sy n="88" d="100"/>
        </p:scale>
        <p:origin x="200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C284-2D96-A897-9799-719108ED8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2157D-3CA1-F707-2027-6CA33840C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C9EAF-2B52-E558-99D0-9068F665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1ACD-0B9C-22DB-943E-B762A2CB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C1DF3-C220-0452-9D62-A056EBED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31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5884-6BE5-597D-7DB9-06CFEBF8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931A3-B42B-6AF0-83F3-33F7D5386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F6E2-51C8-F587-4905-B529AFFB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DA17-FBCC-65E9-6DEA-69EE77ED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17DF-E057-3D25-C994-DF360C3E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02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C91C-7A7A-31F6-3B3C-282ECC89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9053F-5E7A-BCC3-045C-B071BD155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2810-BA5A-AC59-7775-CA56096E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716D-F93E-26F3-402D-E1508BE6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3012F-7488-2727-5AE5-13587939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17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0869-12B3-9DF7-E93C-74B1CB15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3ED9-41F7-F920-969D-AD992587E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CF2C5-5CF4-409D-7AAF-F6C4A8B20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FF6E2-15C9-A20B-66DB-7CCAE06E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84947-F1E5-AD3A-DBF1-3B07BB3C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A6028-4A4E-C6EF-078C-03883A3D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94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4383-CE8B-7205-DDDF-47273C4C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9FC7F-7A4F-5387-1F9F-42A24A4A8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B335-3FE8-F8EF-6BBA-F5C2A8A92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4FC62-B037-AFDC-56B3-6931B0C0F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23572-5741-9E02-506E-0BECCE194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CB79A7-1F70-42D3-9C7E-D3A3EA3C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15145-47D6-7E32-0646-89CC8F30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39CC6-68D0-E9D2-8199-9FF7BF77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00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4D938-70E6-6C4C-0859-48621224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A28DF-074E-F567-8822-EF27F238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EE41B-AE7F-8930-7212-21C6542E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04B4C-3E85-5BD5-B166-092D9782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76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C481A-13DB-8ACE-02C4-19818D07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B3C0E-6600-90F4-8BDE-30DEB9C1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09525-EF61-947C-D7C6-40E8F5F5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01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19B3-7631-22ED-7DB7-84FE0642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27DD-0B6D-1EAB-D5A7-23E671C4E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41A74-A71A-6909-A49A-5CD8AB1CE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F7A5C-55DE-7C79-288A-C065268C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4E07F-422B-E9FF-8B29-CA8EB51D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38B59-3603-DB50-8707-9D1ED3EB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6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C34F-3987-D1AC-C287-E516D52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F4F1E-ED09-0787-0B3D-0101813DF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0C6BB-D347-7878-03CE-2FEAA183B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2123-D730-546B-1349-E4D0DE5F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604AA-9B69-09DC-0440-AF9B3222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6D0C8-836C-82EF-2E04-3A5A7D36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62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11C6-FF28-FA75-4991-49D81CF2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58C5E-61B3-5AE3-0C26-A15969AF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B0DB7-629F-3FF2-8611-EE70AE7C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26C2A-DA87-58B2-32EA-B3728FB4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4066D-2683-B6D9-5F95-BA136140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37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5849A-670A-6729-3E85-C840DE4D2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C4E80-6D89-265E-AC83-B398DE688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4256-905D-97FB-76A4-B26F6B08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B565C-BEB1-EFB2-AAFC-04F39B2A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A6D1-D85D-B412-203B-7BB424FF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40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148D8-C5D0-4F3A-7C48-1DD2D660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A25CC-C36A-0414-A574-54D93046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59426-95F9-679F-78BC-91B8ECF11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65C76-5165-6648-8FC1-B52A3159B756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9490-02B4-77C6-3DE5-E2F587272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BB4E-3D58-47CE-65A4-B717E5235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C6926-035D-F642-B21F-95FEAB9FB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42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9841105-91D4-C73E-2FA9-1124D92177CB}"/>
              </a:ext>
            </a:extLst>
          </p:cNvPr>
          <p:cNvSpPr/>
          <p:nvPr/>
        </p:nvSpPr>
        <p:spPr>
          <a:xfrm>
            <a:off x="5128070" y="2470503"/>
            <a:ext cx="1874889" cy="18748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4E050D-C80A-0F31-ADFA-FBBADA8B5C43}"/>
              </a:ext>
            </a:extLst>
          </p:cNvPr>
          <p:cNvSpPr/>
          <p:nvPr/>
        </p:nvSpPr>
        <p:spPr>
          <a:xfrm>
            <a:off x="3740675" y="2059209"/>
            <a:ext cx="3268598" cy="2691039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 descr="Satellite with solid fill">
            <a:extLst>
              <a:ext uri="{FF2B5EF4-FFF2-40B4-BE49-F238E27FC236}">
                <a16:creationId xmlns:a16="http://schemas.microsoft.com/office/drawing/2014/main" id="{00021B88-21B4-FC0D-158A-8062B1F76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6968" y="3078843"/>
            <a:ext cx="700314" cy="70031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A74485-EBB8-2A73-0474-5C1355678765}"/>
              </a:ext>
            </a:extLst>
          </p:cNvPr>
          <p:cNvCxnSpPr>
            <a:cxnSpLocks/>
          </p:cNvCxnSpPr>
          <p:nvPr/>
        </p:nvCxnSpPr>
        <p:spPr>
          <a:xfrm flipV="1">
            <a:off x="7005120" y="2786743"/>
            <a:ext cx="0" cy="6422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7F4ED5-4AED-C0ED-A9BB-E939DC369948}"/>
                  </a:ext>
                </a:extLst>
              </p:cNvPr>
              <p:cNvSpPr txBox="1"/>
              <p:nvPr/>
            </p:nvSpPr>
            <p:spPr>
              <a:xfrm>
                <a:off x="7062620" y="2738959"/>
                <a:ext cx="256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7F4ED5-4AED-C0ED-A9BB-E939DC36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620" y="2738959"/>
                <a:ext cx="256416" cy="276999"/>
              </a:xfrm>
              <a:prstGeom prst="rect">
                <a:avLst/>
              </a:prstGeom>
              <a:blipFill>
                <a:blip r:embed="rId4"/>
                <a:stretch>
                  <a:fillRect l="-14286" r="-9524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2494A9-7818-9D38-0B22-8E2E28D30B1A}"/>
              </a:ext>
            </a:extLst>
          </p:cNvPr>
          <p:cNvCxnSpPr>
            <a:cxnSpLocks/>
          </p:cNvCxnSpPr>
          <p:nvPr/>
        </p:nvCxnSpPr>
        <p:spPr>
          <a:xfrm flipV="1">
            <a:off x="7170825" y="3078842"/>
            <a:ext cx="0" cy="321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B627DC-2F7C-B215-A980-33CC3F1CA3E7}"/>
                  </a:ext>
                </a:extLst>
              </p:cNvPr>
              <p:cNvSpPr txBox="1"/>
              <p:nvPr/>
            </p:nvSpPr>
            <p:spPr>
              <a:xfrm>
                <a:off x="7228644" y="3158449"/>
                <a:ext cx="4198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i-NZ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B627DC-2F7C-B215-A980-33CC3F1C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644" y="3158449"/>
                <a:ext cx="419859" cy="276999"/>
              </a:xfrm>
              <a:prstGeom prst="rect">
                <a:avLst/>
              </a:prstGeom>
              <a:blipFill>
                <a:blip r:embed="rId5"/>
                <a:stretch>
                  <a:fillRect l="-14706" r="-5882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Earth globe: Asia and Australia with solid fill">
            <a:extLst>
              <a:ext uri="{FF2B5EF4-FFF2-40B4-BE49-F238E27FC236}">
                <a16:creationId xmlns:a16="http://schemas.microsoft.com/office/drawing/2014/main" id="{CF0FBCC8-FABB-E6CA-40CF-2EC867603E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3020" y="295129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783B75-7803-AC73-75F2-BBA709C8411C}"/>
                  </a:ext>
                </a:extLst>
              </p:cNvPr>
              <p:cNvSpPr txBox="1"/>
              <p:nvPr/>
            </p:nvSpPr>
            <p:spPr>
              <a:xfrm>
                <a:off x="4041093" y="2739244"/>
                <a:ext cx="1844608" cy="2984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783B75-7803-AC73-75F2-BBA709C84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093" y="2739244"/>
                <a:ext cx="1844608" cy="298415"/>
              </a:xfrm>
              <a:prstGeom prst="rect">
                <a:avLst/>
              </a:prstGeom>
              <a:blipFill>
                <a:blip r:embed="rId8"/>
                <a:stretch>
                  <a:fillRect l="-2055" r="-4110" b="-2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89893D24-5ECC-1675-B497-5DB7C2C6345E}"/>
              </a:ext>
            </a:extLst>
          </p:cNvPr>
          <p:cNvSpPr/>
          <p:nvPr/>
        </p:nvSpPr>
        <p:spPr>
          <a:xfrm>
            <a:off x="3740675" y="1001329"/>
            <a:ext cx="4742547" cy="47425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 descr="Satellite with solid fill">
            <a:extLst>
              <a:ext uri="{FF2B5EF4-FFF2-40B4-BE49-F238E27FC236}">
                <a16:creationId xmlns:a16="http://schemas.microsoft.com/office/drawing/2014/main" id="{0C860387-CE53-D815-EF52-808A4821B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900338">
            <a:off x="3416275" y="3089962"/>
            <a:ext cx="700314" cy="70031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4BB248-E7B0-6C85-FB0C-962E81F11FE4}"/>
              </a:ext>
            </a:extLst>
          </p:cNvPr>
          <p:cNvCxnSpPr>
            <a:cxnSpLocks/>
          </p:cNvCxnSpPr>
          <p:nvPr/>
        </p:nvCxnSpPr>
        <p:spPr>
          <a:xfrm>
            <a:off x="3740424" y="3527201"/>
            <a:ext cx="0" cy="6422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29DAAC-CDFC-6C8C-74C5-F52D1D85E1FD}"/>
                  </a:ext>
                </a:extLst>
              </p:cNvPr>
              <p:cNvSpPr txBox="1"/>
              <p:nvPr/>
            </p:nvSpPr>
            <p:spPr>
              <a:xfrm>
                <a:off x="3258123" y="3818540"/>
                <a:ext cx="4359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𝒊𝒏𝒕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29DAAC-CDFC-6C8C-74C5-F52D1D85E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23" y="3818540"/>
                <a:ext cx="435953" cy="276999"/>
              </a:xfrm>
              <a:prstGeom prst="rect">
                <a:avLst/>
              </a:prstGeom>
              <a:blipFill>
                <a:blip r:embed="rId9"/>
                <a:stretch>
                  <a:fillRect l="-8571" r="-5714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934D51F-10A9-6E18-35B1-60EFE83C03D9}"/>
                  </a:ext>
                </a:extLst>
              </p:cNvPr>
              <p:cNvSpPr txBox="1"/>
              <p:nvPr/>
            </p:nvSpPr>
            <p:spPr>
              <a:xfrm>
                <a:off x="3001107" y="3403829"/>
                <a:ext cx="4198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i-NZ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mi-NZ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934D51F-10A9-6E18-35B1-60EFE83C0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107" y="3403829"/>
                <a:ext cx="419859" cy="276999"/>
              </a:xfrm>
              <a:prstGeom prst="rect">
                <a:avLst/>
              </a:prstGeom>
              <a:blipFill>
                <a:blip r:embed="rId10"/>
                <a:stretch>
                  <a:fillRect l="-14706" r="-5882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2994586-2444-FB3C-BB8E-EEA989E6125D}"/>
              </a:ext>
            </a:extLst>
          </p:cNvPr>
          <p:cNvCxnSpPr>
            <a:cxnSpLocks/>
          </p:cNvCxnSpPr>
          <p:nvPr/>
        </p:nvCxnSpPr>
        <p:spPr>
          <a:xfrm>
            <a:off x="3449875" y="3407630"/>
            <a:ext cx="0" cy="3211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Graphic 35" descr="Satellite with solid fill">
            <a:extLst>
              <a:ext uri="{FF2B5EF4-FFF2-40B4-BE49-F238E27FC236}">
                <a16:creationId xmlns:a16="http://schemas.microsoft.com/office/drawing/2014/main" id="{7F31DF78-063A-0997-DDE5-CBD5512B7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837923">
            <a:off x="4310446" y="4903564"/>
            <a:ext cx="700314" cy="700314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087BEE4-E74D-ED78-AECB-65ED72C149D7}"/>
              </a:ext>
            </a:extLst>
          </p:cNvPr>
          <p:cNvCxnSpPr>
            <a:cxnSpLocks/>
          </p:cNvCxnSpPr>
          <p:nvPr/>
        </p:nvCxnSpPr>
        <p:spPr>
          <a:xfrm rot="-3060000">
            <a:off x="5075606" y="5248829"/>
            <a:ext cx="0" cy="6422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911264F-5217-8B6A-9CDB-7DA321F67D15}"/>
                  </a:ext>
                </a:extLst>
              </p:cNvPr>
              <p:cNvSpPr txBox="1"/>
              <p:nvPr/>
            </p:nvSpPr>
            <p:spPr>
              <a:xfrm>
                <a:off x="4840160" y="5531671"/>
                <a:ext cx="288476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mi-NZ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911264F-5217-8B6A-9CDB-7DA321F67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160" y="5531671"/>
                <a:ext cx="288476" cy="303225"/>
              </a:xfrm>
              <a:prstGeom prst="rect">
                <a:avLst/>
              </a:prstGeom>
              <a:blipFill>
                <a:blip r:embed="rId11"/>
                <a:stretch>
                  <a:fillRect l="-13043" r="-17391" b="-2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6FB680D-1A3D-5AD8-6D32-BDAECD7AFF28}"/>
              </a:ext>
            </a:extLst>
          </p:cNvPr>
          <p:cNvCxnSpPr>
            <a:cxnSpLocks/>
          </p:cNvCxnSpPr>
          <p:nvPr/>
        </p:nvCxnSpPr>
        <p:spPr>
          <a:xfrm>
            <a:off x="6096000" y="3435448"/>
            <a:ext cx="1242015" cy="1929417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A100B49-F194-1DDC-0B44-187E330DD3C1}"/>
                  </a:ext>
                </a:extLst>
              </p:cNvPr>
              <p:cNvSpPr txBox="1"/>
              <p:nvPr/>
            </p:nvSpPr>
            <p:spPr>
              <a:xfrm>
                <a:off x="6974048" y="4427263"/>
                <a:ext cx="1873141" cy="2992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mi-NZ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mi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mi-NZ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A100B49-F194-1DDC-0B44-187E330DD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048" y="4427263"/>
                <a:ext cx="1873141" cy="299249"/>
              </a:xfrm>
              <a:prstGeom prst="rect">
                <a:avLst/>
              </a:prstGeom>
              <a:blipFill>
                <a:blip r:embed="rId12"/>
                <a:stretch>
                  <a:fillRect l="-2027" r="-4054" b="-29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8EBEE5-893E-1548-FF35-CF2FE9EB2D55}"/>
              </a:ext>
            </a:extLst>
          </p:cNvPr>
          <p:cNvCxnSpPr>
            <a:cxnSpLocks/>
          </p:cNvCxnSpPr>
          <p:nvPr/>
        </p:nvCxnSpPr>
        <p:spPr>
          <a:xfrm flipH="1" flipV="1">
            <a:off x="5780499" y="2546441"/>
            <a:ext cx="315501" cy="87529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10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2</cp:revision>
  <cp:lastPrinted>2025-03-16T03:24:50Z</cp:lastPrinted>
  <dcterms:created xsi:type="dcterms:W3CDTF">2025-03-16T03:14:22Z</dcterms:created>
  <dcterms:modified xsi:type="dcterms:W3CDTF">2025-03-16T03:54:46Z</dcterms:modified>
</cp:coreProperties>
</file>