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6"/>
    <p:restoredTop sz="93697"/>
  </p:normalViewPr>
  <p:slideViewPr>
    <p:cSldViewPr snapToGrid="0" showGuides="1">
      <p:cViewPr varScale="1">
        <p:scale>
          <a:sx n="70" d="100"/>
          <a:sy n="70" d="100"/>
        </p:scale>
        <p:origin x="80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E1DE-5CDC-CF24-FFCE-39E193592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A8D6E-854A-11FD-D94A-A256C523E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DB6BB-E32B-919C-3729-BDF6F51B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6C0A6-C4B2-4FB9-9D75-A0408898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B8791-E626-12B9-379E-179AF516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14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BDD6-2892-8EE9-E84A-1B9801FB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0AEF-93B2-3ADB-76DA-03ED5620F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60825-9AE4-438D-2700-70FC7243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9C8AD-F7F5-0113-AD32-EFEA1630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2A8D6-66D7-7568-E06F-146811B8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05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5916-521E-6832-2401-493EB786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E52DA-35A8-0C84-2795-79215583D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52229-8C33-B8DA-8AFA-27898011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9C295-EA55-3E63-93C3-6AFF1A64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D1B99-5B5F-EDE1-ED18-BDD6FE99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06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9284-777C-7845-832B-DC381314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579D-D52C-8066-5616-F1E034903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F96CC-AF3A-3FB6-680B-0E693AE44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FE355-1A0C-F549-BE99-849B9484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A2BC-DEA1-4F8F-CAB5-7120396E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076A1-B231-8804-AFE4-9D0A57B4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2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DC7B-32D4-4996-C3A2-9B52103E8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97E67-566B-EB71-E5C6-493585273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7B65A-2771-4037-718E-2B5761DBF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0C2E3-95D2-3978-2088-DCA6963D2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AA220-A386-DEAE-F549-9B4D98339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507BA-6F03-39C4-3E7E-876B83F0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9F262-F387-44A1-551B-90885685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2F147-1B72-00B0-A9E4-DF491B74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769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8C0A-80C4-ED61-0EBF-8A36983E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C1FD8-0C21-3278-FF89-AA4866BF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FFCFD-3107-2596-322A-0419D4B2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2118A-BB07-36F8-B9E9-6E2F4078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84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70D3F-8C7A-A2FF-424D-B3FD4F65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4D87D-2AB0-D5BC-2342-CE23F0EB6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0DFA1-AE51-843C-5A1D-7C062175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96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F086-1103-25F0-BEFF-E34E5639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D9B8B-40D6-D044-57C4-D871AB689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5A7A7-272A-9B41-2E53-A372D8E44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80EC4-A341-14D7-298A-DE55694DF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BC464-4464-797C-ACF8-8A458243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A6FDC-C23F-A224-EFBE-B2ED36BD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30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ACE6-6B30-A978-CE7B-1DB5940F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CA7E3A-AA3B-D715-60F4-B5B182804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13CFE-45FE-0B41-AC12-23FE8A02D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B4590-DB70-3CB3-CB99-DCDA8EE3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73B2C-4444-6F93-1414-927E9554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51277-7F4A-4D3D-C86A-97B6516B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5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FCB4-CFEC-25D2-2A2C-96642246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02B37-E255-67E7-99AD-306A3FAC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01CD-1649-1934-0C8A-5560588D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A782D-F2D7-BDCC-3EC4-690137F2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D40B2-CE98-319B-80DF-E8C9DFCEF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18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49E0E-6099-DD3F-C3DA-0F909AB88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69E13-D8FF-72B5-EB15-636AD3170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2A960-79A7-2BC3-C68E-69B00F49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C0A27-EE7E-EA83-F247-0B299ACD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4096D-7CAF-32A2-6F97-A31A263B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66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67929D-890F-09CE-95AC-C9B1E8A4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6BF6-1A22-6BD5-A329-803CDB1B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AE46F-97C5-710F-5A9D-4516A23D0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C611D-339A-3346-822A-465B21C8EEBF}" type="datetimeFigureOut">
              <a:rPr lang="en-GB" smtClean="0"/>
              <a:t>04/05/2025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E9187-7E21-230B-B7AD-F55302567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6712-F2F4-427E-8816-FA1EB170A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144A5-70A2-6F40-B0A8-A07A45A192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9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F21C00-937F-B531-D485-25B0E4300037}"/>
              </a:ext>
            </a:extLst>
          </p:cNvPr>
          <p:cNvSpPr/>
          <p:nvPr/>
        </p:nvSpPr>
        <p:spPr>
          <a:xfrm>
            <a:off x="4594355" y="2386191"/>
            <a:ext cx="2989979" cy="2168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accent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9D6D1D6-589A-E8A9-C345-41E27BA1A5C5}"/>
              </a:ext>
            </a:extLst>
          </p:cNvPr>
          <p:cNvSpPr/>
          <p:nvPr/>
        </p:nvSpPr>
        <p:spPr>
          <a:xfrm>
            <a:off x="1284358" y="2629009"/>
            <a:ext cx="1911927" cy="16833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Electrical power system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8538E2-878C-BE9C-2728-DC672283D6DD}"/>
              </a:ext>
            </a:extLst>
          </p:cNvPr>
          <p:cNvSpPr/>
          <p:nvPr/>
        </p:nvSpPr>
        <p:spPr>
          <a:xfrm>
            <a:off x="8851054" y="2594760"/>
            <a:ext cx="1911927" cy="16833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Payload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CABF08-CAAA-2B02-797B-FB99FBC8E9FF}"/>
              </a:ext>
            </a:extLst>
          </p:cNvPr>
          <p:cNvSpPr/>
          <p:nvPr/>
        </p:nvSpPr>
        <p:spPr>
          <a:xfrm>
            <a:off x="4698735" y="287476"/>
            <a:ext cx="2736271" cy="9907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Communications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E5EDF7-759F-8075-64D2-BCA5C81183B4}"/>
              </a:ext>
            </a:extLst>
          </p:cNvPr>
          <p:cNvSpPr txBox="1"/>
          <p:nvPr/>
        </p:nvSpPr>
        <p:spPr>
          <a:xfrm>
            <a:off x="4615977" y="1348198"/>
            <a:ext cx="151707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Commands from operators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3E56660-3FBD-D951-3A6F-B7924F1BD677}"/>
              </a:ext>
            </a:extLst>
          </p:cNvPr>
          <p:cNvSpPr/>
          <p:nvPr/>
        </p:nvSpPr>
        <p:spPr>
          <a:xfrm rot="5400000">
            <a:off x="5329965" y="1823616"/>
            <a:ext cx="1363437" cy="17885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040E6D-D0C7-F6CB-5BCA-8EA6EAE26BF8}"/>
              </a:ext>
            </a:extLst>
          </p:cNvPr>
          <p:cNvSpPr txBox="1"/>
          <p:nvPr/>
        </p:nvSpPr>
        <p:spPr>
          <a:xfrm>
            <a:off x="4866724" y="2670584"/>
            <a:ext cx="2405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>
                <a:solidFill>
                  <a:schemeClr val="accent1"/>
                </a:solidFill>
              </a:rPr>
              <a:t>On-board computer (processor)</a:t>
            </a:r>
          </a:p>
          <a:p>
            <a:pPr algn="ctr"/>
            <a:endParaRPr lang="en-GB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F18652-410C-3366-98C6-450F7CB3DC0B}"/>
              </a:ext>
            </a:extLst>
          </p:cNvPr>
          <p:cNvSpPr/>
          <p:nvPr/>
        </p:nvSpPr>
        <p:spPr>
          <a:xfrm>
            <a:off x="6205976" y="3421261"/>
            <a:ext cx="1177810" cy="9233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accent1"/>
                </a:solidFill>
              </a:rPr>
              <a:t>Storage (memory)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E9E069-111D-9941-CB2F-991327D45F07}"/>
              </a:ext>
            </a:extLst>
          </p:cNvPr>
          <p:cNvSpPr/>
          <p:nvPr/>
        </p:nvSpPr>
        <p:spPr>
          <a:xfrm>
            <a:off x="4785608" y="3427357"/>
            <a:ext cx="1177810" cy="9233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accent1"/>
                </a:solidFill>
              </a:rPr>
              <a:t>Clock (time)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F3EB94-1542-ADD8-3239-F949863FC0D5}"/>
              </a:ext>
            </a:extLst>
          </p:cNvPr>
          <p:cNvSpPr/>
          <p:nvPr/>
        </p:nvSpPr>
        <p:spPr>
          <a:xfrm>
            <a:off x="4708768" y="5693063"/>
            <a:ext cx="2736271" cy="9907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Attitude determination, control, navigation and sensing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C5DE01E-3D52-831E-A108-1F8B4C050353}"/>
              </a:ext>
            </a:extLst>
          </p:cNvPr>
          <p:cNvSpPr/>
          <p:nvPr/>
        </p:nvSpPr>
        <p:spPr>
          <a:xfrm rot="16200000" flipV="1">
            <a:off x="5524257" y="1775741"/>
            <a:ext cx="1363437" cy="17885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A1A2561F-A36E-3C3B-BE5D-144176DBAE65}"/>
              </a:ext>
            </a:extLst>
          </p:cNvPr>
          <p:cNvSpPr/>
          <p:nvPr/>
        </p:nvSpPr>
        <p:spPr>
          <a:xfrm rot="5400000">
            <a:off x="5329965" y="5043614"/>
            <a:ext cx="1363437" cy="17885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640AD86B-F7BF-4866-FA37-8CBCFA535907}"/>
              </a:ext>
            </a:extLst>
          </p:cNvPr>
          <p:cNvSpPr/>
          <p:nvPr/>
        </p:nvSpPr>
        <p:spPr>
          <a:xfrm rot="16200000" flipV="1">
            <a:off x="5524257" y="4995739"/>
            <a:ext cx="1363437" cy="17885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BC6A8A-EA31-F62E-2399-38B17BED1092}"/>
              </a:ext>
            </a:extLst>
          </p:cNvPr>
          <p:cNvSpPr txBox="1"/>
          <p:nvPr/>
        </p:nvSpPr>
        <p:spPr>
          <a:xfrm>
            <a:off x="6279056" y="1336795"/>
            <a:ext cx="151707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Data transmitted to operators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9E93FA-9434-D3E4-3A98-1AB3D3B2853A}"/>
              </a:ext>
            </a:extLst>
          </p:cNvPr>
          <p:cNvSpPr txBox="1"/>
          <p:nvPr/>
        </p:nvSpPr>
        <p:spPr>
          <a:xfrm>
            <a:off x="4621288" y="4644692"/>
            <a:ext cx="151707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Momentum or thrust commands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5CDBBA-A3E7-5CCD-CE42-2ABF59C95117}"/>
              </a:ext>
            </a:extLst>
          </p:cNvPr>
          <p:cNvSpPr txBox="1"/>
          <p:nvPr/>
        </p:nvSpPr>
        <p:spPr>
          <a:xfrm>
            <a:off x="6317813" y="4644368"/>
            <a:ext cx="175098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Attitude and position measurements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BE10D254-D241-F6E2-A679-90FA2F00C988}"/>
              </a:ext>
            </a:extLst>
          </p:cNvPr>
          <p:cNvSpPr/>
          <p:nvPr/>
        </p:nvSpPr>
        <p:spPr>
          <a:xfrm>
            <a:off x="7500140" y="3421260"/>
            <a:ext cx="1516544" cy="18000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1F5F5F72-94FA-B18C-4E28-01A9550AF555}"/>
              </a:ext>
            </a:extLst>
          </p:cNvPr>
          <p:cNvSpPr/>
          <p:nvPr/>
        </p:nvSpPr>
        <p:spPr>
          <a:xfrm rot="10800000" flipV="1">
            <a:off x="7444561" y="3249137"/>
            <a:ext cx="1515600" cy="18000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D527A497-5E5B-34F0-69A5-D3EFEC0DFF12}"/>
              </a:ext>
            </a:extLst>
          </p:cNvPr>
          <p:cNvSpPr/>
          <p:nvPr/>
        </p:nvSpPr>
        <p:spPr>
          <a:xfrm>
            <a:off x="3154219" y="3429000"/>
            <a:ext cx="1515600" cy="17885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FEA84D4D-2B37-8837-A905-E0591CD44926}"/>
              </a:ext>
            </a:extLst>
          </p:cNvPr>
          <p:cNvSpPr/>
          <p:nvPr/>
        </p:nvSpPr>
        <p:spPr>
          <a:xfrm rot="10800000" flipV="1">
            <a:off x="3092763" y="3258026"/>
            <a:ext cx="1515600" cy="178850"/>
          </a:xfrm>
          <a:prstGeom prst="rightArrow">
            <a:avLst>
              <a:gd name="adj1" fmla="val 50000"/>
              <a:gd name="adj2" fmla="val 152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386390-9E9C-50D8-469C-96336B0E8CD9}"/>
              </a:ext>
            </a:extLst>
          </p:cNvPr>
          <p:cNvSpPr txBox="1"/>
          <p:nvPr/>
        </p:nvSpPr>
        <p:spPr>
          <a:xfrm>
            <a:off x="3181663" y="2639876"/>
            <a:ext cx="1517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Power mode components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1AF585-1A50-638F-EDF2-48B0CAFA1D9D}"/>
              </a:ext>
            </a:extLst>
          </p:cNvPr>
          <p:cNvSpPr txBox="1"/>
          <p:nvPr/>
        </p:nvSpPr>
        <p:spPr>
          <a:xfrm>
            <a:off x="3210359" y="3581191"/>
            <a:ext cx="1517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Health of electronics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7080CC-5F79-565E-EFFF-B2B02CD62A7F}"/>
              </a:ext>
            </a:extLst>
          </p:cNvPr>
          <p:cNvSpPr txBox="1"/>
          <p:nvPr/>
        </p:nvSpPr>
        <p:spPr>
          <a:xfrm>
            <a:off x="7585726" y="2611695"/>
            <a:ext cx="119226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Science data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79235D-CAC1-559F-B14B-F8C4682B546E}"/>
              </a:ext>
            </a:extLst>
          </p:cNvPr>
          <p:cNvSpPr txBox="1"/>
          <p:nvPr/>
        </p:nvSpPr>
        <p:spPr>
          <a:xfrm>
            <a:off x="7530774" y="3572780"/>
            <a:ext cx="15170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Operation commands</a:t>
            </a:r>
          </a:p>
        </p:txBody>
      </p:sp>
    </p:spTree>
    <p:extLst>
      <p:ext uri="{BB962C8B-B14F-4D97-AF65-F5344CB8AC3E}">
        <p14:creationId xmlns:p14="http://schemas.microsoft.com/office/powerpoint/2010/main" val="140247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36CEB0-7C99-8821-3A1F-031B6683F524}"/>
              </a:ext>
            </a:extLst>
          </p:cNvPr>
          <p:cNvSpPr/>
          <p:nvPr/>
        </p:nvSpPr>
        <p:spPr>
          <a:xfrm>
            <a:off x="896112" y="1078992"/>
            <a:ext cx="1926638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29E9D-D068-F671-6430-B506975BCC15}"/>
              </a:ext>
            </a:extLst>
          </p:cNvPr>
          <p:cNvSpPr txBox="1"/>
          <p:nvPr/>
        </p:nvSpPr>
        <p:spPr>
          <a:xfrm>
            <a:off x="1507411" y="1442966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FB510-F47B-F15C-C20B-EACBC475FA92}"/>
              </a:ext>
            </a:extLst>
          </p:cNvPr>
          <p:cNvSpPr/>
          <p:nvPr/>
        </p:nvSpPr>
        <p:spPr>
          <a:xfrm>
            <a:off x="896112" y="2880360"/>
            <a:ext cx="1926638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CA9375-3EB7-6B16-78D3-0F0AF458F4D3}"/>
              </a:ext>
            </a:extLst>
          </p:cNvPr>
          <p:cNvSpPr txBox="1"/>
          <p:nvPr/>
        </p:nvSpPr>
        <p:spPr>
          <a:xfrm>
            <a:off x="1507411" y="324433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4D9974-97C7-2959-5B01-218BD1AA5488}"/>
              </a:ext>
            </a:extLst>
          </p:cNvPr>
          <p:cNvSpPr/>
          <p:nvPr/>
        </p:nvSpPr>
        <p:spPr>
          <a:xfrm>
            <a:off x="896112" y="4681728"/>
            <a:ext cx="1926638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24604-DD03-FFB9-1A2E-01C78043D989}"/>
              </a:ext>
            </a:extLst>
          </p:cNvPr>
          <p:cNvSpPr txBox="1"/>
          <p:nvPr/>
        </p:nvSpPr>
        <p:spPr>
          <a:xfrm>
            <a:off x="1507411" y="504570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89EDF8-234C-4C03-5598-C05350AF1E58}"/>
              </a:ext>
            </a:extLst>
          </p:cNvPr>
          <p:cNvSpPr/>
          <p:nvPr/>
        </p:nvSpPr>
        <p:spPr>
          <a:xfrm>
            <a:off x="4071977" y="1078992"/>
            <a:ext cx="1926638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168F3-9677-C4C8-7945-E5A60EFB3759}"/>
              </a:ext>
            </a:extLst>
          </p:cNvPr>
          <p:cNvSpPr txBox="1"/>
          <p:nvPr/>
        </p:nvSpPr>
        <p:spPr>
          <a:xfrm>
            <a:off x="4441511" y="1442966"/>
            <a:ext cx="1187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Processor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44BE3A-49A4-1B37-6B51-859782FF661A}"/>
              </a:ext>
            </a:extLst>
          </p:cNvPr>
          <p:cNvSpPr/>
          <p:nvPr/>
        </p:nvSpPr>
        <p:spPr>
          <a:xfrm>
            <a:off x="4071977" y="2880360"/>
            <a:ext cx="1926638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9D4AF3-D4A0-A90D-12A4-5B07119E07D7}"/>
              </a:ext>
            </a:extLst>
          </p:cNvPr>
          <p:cNvSpPr txBox="1"/>
          <p:nvPr/>
        </p:nvSpPr>
        <p:spPr>
          <a:xfrm>
            <a:off x="4441511" y="3244334"/>
            <a:ext cx="1187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Processor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38C577-41A8-2D86-88BC-C836AEC14A0F}"/>
              </a:ext>
            </a:extLst>
          </p:cNvPr>
          <p:cNvSpPr/>
          <p:nvPr/>
        </p:nvSpPr>
        <p:spPr>
          <a:xfrm>
            <a:off x="4071977" y="4681728"/>
            <a:ext cx="1926638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FA5E24-6E92-A312-C2E9-29452357C344}"/>
              </a:ext>
            </a:extLst>
          </p:cNvPr>
          <p:cNvSpPr txBox="1"/>
          <p:nvPr/>
        </p:nvSpPr>
        <p:spPr>
          <a:xfrm>
            <a:off x="4441511" y="5045702"/>
            <a:ext cx="1187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Processor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5F7309-9D1B-1AD8-DA51-2E732D5883AA}"/>
              </a:ext>
            </a:extLst>
          </p:cNvPr>
          <p:cNvSpPr/>
          <p:nvPr/>
        </p:nvSpPr>
        <p:spPr>
          <a:xfrm>
            <a:off x="9587309" y="2868430"/>
            <a:ext cx="1926638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94558D-585F-EE7D-D60A-DBE25C498FC3}"/>
              </a:ext>
            </a:extLst>
          </p:cNvPr>
          <p:cNvSpPr txBox="1"/>
          <p:nvPr/>
        </p:nvSpPr>
        <p:spPr>
          <a:xfrm>
            <a:off x="10088880" y="32324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F80A10-EC1F-10EF-00FC-DDDF4B492426}"/>
              </a:ext>
            </a:extLst>
          </p:cNvPr>
          <p:cNvSpPr/>
          <p:nvPr/>
        </p:nvSpPr>
        <p:spPr>
          <a:xfrm>
            <a:off x="6967397" y="2683764"/>
            <a:ext cx="1490472" cy="14904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E353F7-9CFB-B102-84CA-B8FE36A12962}"/>
              </a:ext>
            </a:extLst>
          </p:cNvPr>
          <p:cNvSpPr txBox="1"/>
          <p:nvPr/>
        </p:nvSpPr>
        <p:spPr>
          <a:xfrm>
            <a:off x="7371796" y="3232404"/>
            <a:ext cx="709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Voter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349BC8-85DC-AAFA-008A-B4E34FC0FBAF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822750" y="1442966"/>
            <a:ext cx="1235914" cy="184666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82B853-6183-BC2C-8B0D-DB353B203F1C}"/>
              </a:ext>
            </a:extLst>
          </p:cNvPr>
          <p:cNvCxnSpPr>
            <a:cxnSpLocks/>
          </p:cNvCxnSpPr>
          <p:nvPr/>
        </p:nvCxnSpPr>
        <p:spPr>
          <a:xfrm>
            <a:off x="2836063" y="1627632"/>
            <a:ext cx="1222601" cy="1604772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C54A20-A9D8-3FE5-0178-525477D7BE63}"/>
              </a:ext>
            </a:extLst>
          </p:cNvPr>
          <p:cNvCxnSpPr>
            <a:cxnSpLocks/>
          </p:cNvCxnSpPr>
          <p:nvPr/>
        </p:nvCxnSpPr>
        <p:spPr>
          <a:xfrm>
            <a:off x="2836063" y="1629418"/>
            <a:ext cx="1172459" cy="3416284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58C0AF-570F-69E0-1969-157E01FC7C45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829406" y="1627632"/>
            <a:ext cx="1242571" cy="1816870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977249-5990-19FC-827E-47136434A907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829406" y="3429000"/>
            <a:ext cx="1242571" cy="15502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F6B5C33-70E1-EE04-103F-B1CB06B9E948}"/>
              </a:ext>
            </a:extLst>
          </p:cNvPr>
          <p:cNvCxnSpPr>
            <a:cxnSpLocks/>
          </p:cNvCxnSpPr>
          <p:nvPr/>
        </p:nvCxnSpPr>
        <p:spPr>
          <a:xfrm>
            <a:off x="2829406" y="3444502"/>
            <a:ext cx="1229258" cy="1970532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9F17BD7-CCEC-65E6-7FBF-3585E3FF584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822750" y="1952244"/>
            <a:ext cx="1249226" cy="3278124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A6CE2DC-62D6-520E-2B6C-24B207746937}"/>
              </a:ext>
            </a:extLst>
          </p:cNvPr>
          <p:cNvCxnSpPr>
            <a:cxnSpLocks/>
          </p:cNvCxnSpPr>
          <p:nvPr/>
        </p:nvCxnSpPr>
        <p:spPr>
          <a:xfrm flipV="1">
            <a:off x="2809435" y="3613666"/>
            <a:ext cx="1271761" cy="1602093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07E089-CC84-6F25-7225-225DD3827706}"/>
              </a:ext>
            </a:extLst>
          </p:cNvPr>
          <p:cNvCxnSpPr>
            <a:cxnSpLocks/>
          </p:cNvCxnSpPr>
          <p:nvPr/>
        </p:nvCxnSpPr>
        <p:spPr>
          <a:xfrm>
            <a:off x="2807575" y="5194739"/>
            <a:ext cx="1251089" cy="389459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A59892A-345A-C589-7911-3FA64195B805}"/>
              </a:ext>
            </a:extLst>
          </p:cNvPr>
          <p:cNvCxnSpPr>
            <a:cxnSpLocks/>
          </p:cNvCxnSpPr>
          <p:nvPr/>
        </p:nvCxnSpPr>
        <p:spPr>
          <a:xfrm>
            <a:off x="5979195" y="1562731"/>
            <a:ext cx="1116549" cy="1454789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EB23DA5-A829-08BA-C209-9D336584C440}"/>
              </a:ext>
            </a:extLst>
          </p:cNvPr>
          <p:cNvCxnSpPr>
            <a:cxnSpLocks/>
            <a:stCxn id="13" idx="3"/>
            <a:endCxn id="19" idx="2"/>
          </p:cNvCxnSpPr>
          <p:nvPr/>
        </p:nvCxnSpPr>
        <p:spPr>
          <a:xfrm>
            <a:off x="5998615" y="3429000"/>
            <a:ext cx="968782" cy="0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2A3A247-8BF8-5CB0-C85C-32CAC6F6D7CC}"/>
              </a:ext>
            </a:extLst>
          </p:cNvPr>
          <p:cNvCxnSpPr>
            <a:cxnSpLocks/>
          </p:cNvCxnSpPr>
          <p:nvPr/>
        </p:nvCxnSpPr>
        <p:spPr>
          <a:xfrm flipV="1">
            <a:off x="6010797" y="3787902"/>
            <a:ext cx="1084947" cy="1507367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DA132F6-BF51-6C1F-5AF2-1B47FC60A4FE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8457869" y="3417070"/>
            <a:ext cx="1129440" cy="0"/>
          </a:xfrm>
          <a:prstGeom prst="straightConnector1">
            <a:avLst/>
          </a:prstGeom>
          <a:ln w="28575">
            <a:solidFill>
              <a:schemeClr val="tx1"/>
            </a:solidFill>
            <a:headEnd w="med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66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4608</TotalTime>
  <Words>59</Words>
  <Application>Microsoft Macintosh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Yvette Perrott</dc:creator>
  <cp:lastModifiedBy>Yvette Perrott</cp:lastModifiedBy>
  <cp:revision>3</cp:revision>
  <dcterms:created xsi:type="dcterms:W3CDTF">2025-02-03T02:09:14Z</dcterms:created>
  <dcterms:modified xsi:type="dcterms:W3CDTF">2025-05-07T09:58:59Z</dcterms:modified>
</cp:coreProperties>
</file>