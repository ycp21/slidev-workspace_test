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1"/>
  </p:normalViewPr>
  <p:slideViewPr>
    <p:cSldViewPr snapToGrid="0" showGuides="1">
      <p:cViewPr varScale="1">
        <p:scale>
          <a:sx n="88" d="100"/>
          <a:sy n="88" d="100"/>
        </p:scale>
        <p:origin x="200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A3E8-208D-8434-AEA0-A0D6D3668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E84A4-58F5-EA7B-FCD5-D28264051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9EA76-E2E1-DE94-196F-9F77B70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7A952-E7CA-E24C-C031-04A89B81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465F1-3AA9-9452-D9B8-1E09CC2A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26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79CA-7352-0C66-E397-0E536622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DA8D-76AC-7946-4935-63F33641D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24C8C-673A-B52D-171F-44AE9A1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5A4F-DDE0-19DD-D305-0645CC0A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4C6F5-5213-3079-9B9E-CAAD3E96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67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CF93-5C18-A127-1880-B3ED86BA2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21921-019E-9852-54DD-FA6045ED0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6F3B7-D342-A186-2241-65D3405E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F4058-4AED-C4A9-D271-085774E0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6203C-ECE1-123D-DE10-E4734F1C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79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6217-95BA-CE61-4EEA-6FF73106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5D1A9-5656-5ACC-47C1-F2C79C114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B2544-33C3-3B2B-3E18-0A4D37E0A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C1A71-D415-F614-1DE0-2FCA9727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A8602-DFCD-01C7-A85A-5DE7BA83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DD932-4D52-0168-5226-43322162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61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BB7B-CF34-BF93-E5E9-D357AB1C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F3AA2-E486-C243-9A86-22E80E8F2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2074-EA9F-B0A3-4A94-9F76E5BF2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7AC11-C20F-B32A-A43E-FB3ACF005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3117E-3D83-AB07-E357-DB184FD07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B3997-81AD-D70F-DEDB-319AB854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6268E9-98CA-0C70-7A01-F6AB915AA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6B3E9-F726-046A-D842-CBCA5CBE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20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1D07-1FFD-8B9C-4EB6-517C9812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E6F55-5ADC-2DA6-A2E1-8CCB382D1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9ACC3-17E3-2D45-3D77-B7829518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8F43C-7069-5358-82C1-763B70FF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940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F0FD4-11E3-B1A8-B4B7-529CCC5A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B5091-7499-1F99-BBD9-6FA1CC373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42F6D-50C7-98E2-E344-5D3C672A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46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F4C67-FE9C-1E27-9CA4-9951681A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09AC-9F34-5745-1BD6-4C75E0E3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B998D-5C6B-07D2-BD14-5C0DBDDC7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F43D6-7666-E642-08A3-C6F2386D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B5102-38D5-B886-A6FA-3A63F1403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9CBC3-2C9A-D219-EB1A-0A426399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90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EC20-41B6-DE20-F802-19FE9770D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1168F-5445-2FEC-087D-55CAC4B6A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D2C04-364C-BCA9-6609-6D8ED9E23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EC339-CDA5-6FC1-58AD-949D46FF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B4522-F9F0-B88B-FDEF-36CCEF73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6B649-1872-1583-A7DF-8FF30EBA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19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B636-BADF-D658-67CE-DAD03769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DA760-4AA0-0DD1-397C-7415C9846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C169-E8FF-99E0-E3F2-7CDD20C27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1DD9-6D81-BE20-E14F-93C1C1ED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EE225-A3F2-E652-BE6E-1B4AF3A5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62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14432-AEFF-5AFC-A93F-AF012D364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BDF7D-3003-4A41-AE55-ADC33B73D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7664-F14D-3273-756C-22961EEE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98F7-9442-AF5E-1891-78289AC2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C402D-BD42-91BC-A014-E4964D84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CA197-1EE3-45B0-A8AA-53771504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DF9FB-75EB-B9DD-F07E-79BD4FE9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CB52F-2FDD-9F0D-F196-B68C8B102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1B07C-90E0-7945-A1A2-9CC835ACEC0D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21A78-8636-9260-463A-050BC9B03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57A0B-3BB5-BB04-76DD-77C8B5178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A59AD-9081-9A40-8A37-425630FD5F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64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E468BCEA-4A28-BF09-B7D7-2BDB18E4D710}"/>
              </a:ext>
            </a:extLst>
          </p:cNvPr>
          <p:cNvSpPr/>
          <p:nvPr/>
        </p:nvSpPr>
        <p:spPr>
          <a:xfrm>
            <a:off x="838214" y="3426109"/>
            <a:ext cx="5011838" cy="2048719"/>
          </a:xfrm>
          <a:prstGeom prst="arc">
            <a:avLst>
              <a:gd name="adj1" fmla="val 11809889"/>
              <a:gd name="adj2" fmla="val 207929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9CD82F-59C7-59EC-90EC-8A8D3A920D47}"/>
              </a:ext>
            </a:extLst>
          </p:cNvPr>
          <p:cNvSpPr/>
          <p:nvPr/>
        </p:nvSpPr>
        <p:spPr>
          <a:xfrm>
            <a:off x="2771186" y="3379809"/>
            <a:ext cx="138896" cy="1388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30D81C-6D49-D7FB-024B-A81F02C6FECD}"/>
              </a:ext>
            </a:extLst>
          </p:cNvPr>
          <p:cNvGrpSpPr/>
          <p:nvPr/>
        </p:nvGrpSpPr>
        <p:grpSpPr>
          <a:xfrm>
            <a:off x="-1080077" y="492405"/>
            <a:ext cx="4245141" cy="5836535"/>
            <a:chOff x="4305231" y="520861"/>
            <a:chExt cx="4245141" cy="5836535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22FA42F2-0B98-37A1-DF33-9DFE41145623}"/>
                </a:ext>
              </a:extLst>
            </p:cNvPr>
            <p:cNvSpPr/>
            <p:nvPr/>
          </p:nvSpPr>
          <p:spPr>
            <a:xfrm rot="16200000" flipV="1">
              <a:off x="3921883" y="1306429"/>
              <a:ext cx="5011838" cy="4245141"/>
            </a:xfrm>
            <a:prstGeom prst="arc">
              <a:avLst>
                <a:gd name="adj1" fmla="val 13116069"/>
                <a:gd name="adj2" fmla="val 1934637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328F759-0F80-6308-9E96-23CCA3D8DDD2}"/>
                </a:ext>
              </a:extLst>
            </p:cNvPr>
            <p:cNvCxnSpPr/>
            <p:nvPr/>
          </p:nvCxnSpPr>
          <p:spPr>
            <a:xfrm flipH="1" flipV="1">
              <a:off x="6910086" y="520861"/>
              <a:ext cx="1076446" cy="12037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DFCE4ED-E03B-D5C5-FD1A-69CDC1000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030" y="5153629"/>
              <a:ext cx="1076446" cy="12037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0E0378-87E0-6EB9-2C8B-9F57621D0788}"/>
              </a:ext>
            </a:extLst>
          </p:cNvPr>
          <p:cNvCxnSpPr>
            <a:cxnSpLocks/>
          </p:cNvCxnSpPr>
          <p:nvPr/>
        </p:nvCxnSpPr>
        <p:spPr>
          <a:xfrm>
            <a:off x="1466035" y="362625"/>
            <a:ext cx="3469617" cy="38650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C58725-F605-8627-FB9A-4CBE1DCB79A5}"/>
              </a:ext>
            </a:extLst>
          </p:cNvPr>
          <p:cNvCxnSpPr>
            <a:cxnSpLocks/>
          </p:cNvCxnSpPr>
          <p:nvPr/>
        </p:nvCxnSpPr>
        <p:spPr>
          <a:xfrm flipV="1">
            <a:off x="1501454" y="2895961"/>
            <a:ext cx="3146774" cy="35138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riangle 16">
            <a:extLst>
              <a:ext uri="{FF2B5EF4-FFF2-40B4-BE49-F238E27FC236}">
                <a16:creationId xmlns:a16="http://schemas.microsoft.com/office/drawing/2014/main" id="{6AAA6C27-37F6-5814-5E08-E007D3D8452A}"/>
              </a:ext>
            </a:extLst>
          </p:cNvPr>
          <p:cNvSpPr/>
          <p:nvPr/>
        </p:nvSpPr>
        <p:spPr>
          <a:xfrm rot="2363080">
            <a:off x="1546101" y="6108095"/>
            <a:ext cx="196770" cy="16962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463D62-847F-9D50-569E-28233AA304C6}"/>
                  </a:ext>
                </a:extLst>
              </p:cNvPr>
              <p:cNvSpPr txBox="1"/>
              <p:nvPr/>
            </p:nvSpPr>
            <p:spPr>
              <a:xfrm>
                <a:off x="1222694" y="5754761"/>
                <a:ext cx="4870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463D62-847F-9D50-569E-28233AA30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694" y="5754761"/>
                <a:ext cx="48701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21664EB-D7F7-9BE6-8AFC-5DEF2560C973}"/>
                  </a:ext>
                </a:extLst>
              </p:cNvPr>
              <p:cNvSpPr txBox="1"/>
              <p:nvPr/>
            </p:nvSpPr>
            <p:spPr>
              <a:xfrm>
                <a:off x="1395009" y="733907"/>
                <a:ext cx="48701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i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mi-NZ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21664EB-D7F7-9BE6-8AFC-5DEF2560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09" y="733907"/>
                <a:ext cx="487018" cy="391582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riangle 19">
            <a:extLst>
              <a:ext uri="{FF2B5EF4-FFF2-40B4-BE49-F238E27FC236}">
                <a16:creationId xmlns:a16="http://schemas.microsoft.com/office/drawing/2014/main" id="{8DBC1A77-774C-D73F-5196-A5B49E3AA98E}"/>
              </a:ext>
            </a:extLst>
          </p:cNvPr>
          <p:cNvSpPr/>
          <p:nvPr/>
        </p:nvSpPr>
        <p:spPr>
          <a:xfrm rot="19570668">
            <a:off x="1595954" y="613011"/>
            <a:ext cx="196770" cy="16962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4D0D1C-C095-E0AA-6A80-506AC9FCBB52}"/>
                  </a:ext>
                </a:extLst>
              </p:cNvPr>
              <p:cNvSpPr txBox="1"/>
              <p:nvPr/>
            </p:nvSpPr>
            <p:spPr>
              <a:xfrm>
                <a:off x="3945364" y="2848961"/>
                <a:ext cx="5324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mi-NZ" b="0" i="0" smtClean="0">
                          <a:latin typeface="Cambria Math" panose="02040503050406030204" pitchFamily="18" charset="0"/>
                        </a:rPr>
                        <m:t>Ψ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4D0D1C-C095-E0AA-6A80-506AC9FCB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364" y="2848961"/>
                <a:ext cx="5324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>
            <a:extLst>
              <a:ext uri="{FF2B5EF4-FFF2-40B4-BE49-F238E27FC236}">
                <a16:creationId xmlns:a16="http://schemas.microsoft.com/office/drawing/2014/main" id="{289E5C70-57BD-0E5D-DF34-B50D99330935}"/>
              </a:ext>
            </a:extLst>
          </p:cNvPr>
          <p:cNvSpPr/>
          <p:nvPr/>
        </p:nvSpPr>
        <p:spPr>
          <a:xfrm rot="19397205">
            <a:off x="3923816" y="3195220"/>
            <a:ext cx="449809" cy="367371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44C8B4-911B-D3B3-679C-94A19B8A3610}"/>
              </a:ext>
            </a:extLst>
          </p:cNvPr>
          <p:cNvSpPr txBox="1"/>
          <p:nvPr/>
        </p:nvSpPr>
        <p:spPr>
          <a:xfrm>
            <a:off x="657871" y="3364816"/>
            <a:ext cx="1420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Planetary orbit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3C8DD8-4AAD-C9F3-E4B7-834845945F21}"/>
              </a:ext>
            </a:extLst>
          </p:cNvPr>
          <p:cNvSpPr txBox="1"/>
          <p:nvPr/>
        </p:nvSpPr>
        <p:spPr>
          <a:xfrm>
            <a:off x="1367994" y="4622915"/>
            <a:ext cx="1420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Fly-by trajectory (hyperbola)</a:t>
            </a:r>
          </a:p>
        </p:txBody>
      </p:sp>
    </p:spTree>
    <p:extLst>
      <p:ext uri="{BB962C8B-B14F-4D97-AF65-F5344CB8AC3E}">
        <p14:creationId xmlns:p14="http://schemas.microsoft.com/office/powerpoint/2010/main" val="2083292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10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1</cp:revision>
  <dcterms:created xsi:type="dcterms:W3CDTF">2025-03-18T03:23:21Z</dcterms:created>
  <dcterms:modified xsi:type="dcterms:W3CDTF">2025-03-18T09:58:12Z</dcterms:modified>
</cp:coreProperties>
</file>